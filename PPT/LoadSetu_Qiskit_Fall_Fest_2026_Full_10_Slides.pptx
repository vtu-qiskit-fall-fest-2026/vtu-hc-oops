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4846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 i="0">
                <a:solidFill>
                  <a:srgbClr val="2D195B"/>
                </a:solidFill>
                <a:latin typeface="Aptos"/>
              </a:rPr>
              <a:t>VISVESVARAYA TECHNOLOGICAL UNIVERSITY, BELAGAVI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5B3AB1"/>
                </a:solidFill>
                <a:latin typeface="Aptos"/>
              </a:rPr>
              <a:t>QISKIT FALL FEST 2026  •  IBM QUANTUM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4069080" cy="64008"/>
          </a:xfrm>
          <a:prstGeom prst="rect">
            <a:avLst/>
          </a:prstGeom>
          <a:solidFill>
            <a:srgbClr val="698BF5"/>
          </a:solidFill>
          <a:ln>
            <a:solidFill>
              <a:srgbClr val="69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9080" y="566928"/>
            <a:ext cx="4069080" cy="64008"/>
          </a:xfrm>
          <a:prstGeom prst="rect">
            <a:avLst/>
          </a:prstGeom>
          <a:solidFill>
            <a:srgbClr val="ED53A0"/>
          </a:solidFill>
          <a:ln>
            <a:solidFill>
              <a:srgbClr val="ED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566928"/>
            <a:ext cx="4053535" cy="64008"/>
          </a:xfrm>
          <a:prstGeom prst="rect">
            <a:avLst/>
          </a:prstGeom>
          <a:solidFill>
            <a:srgbClr val="5B3AB1"/>
          </a:solidFill>
          <a:ln>
            <a:solidFill>
              <a:srgbClr val="5B3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6217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 i="0">
                <a:solidFill>
                  <a:srgbClr val="ED53A0"/>
                </a:solidFill>
                <a:latin typeface="Aptos"/>
              </a:rPr>
              <a:t>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704088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400" b="1" i="0">
                <a:solidFill>
                  <a:srgbClr val="2D195B"/>
                </a:solidFill>
                <a:latin typeface="Georgia"/>
              </a:rPr>
              <a:t>LoadSetu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6858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 i="0">
                <a:solidFill>
                  <a:srgbClr val="5B3AB1"/>
                </a:solidFill>
                <a:latin typeface="Aptos"/>
              </a:rPr>
              <a:t>Quantum Fleet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6217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1" i="0">
                <a:solidFill>
                  <a:srgbClr val="2D195B"/>
                </a:solidFill>
                <a:latin typeface="Aptos"/>
              </a:rPr>
              <a:t>Quantum + AI &amp; ML  •  Team 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4340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0" i="1">
                <a:solidFill>
                  <a:srgbClr val="696F9E"/>
                </a:solidFill>
                <a:latin typeface="Aptos"/>
              </a:rPr>
              <a:t>A logistics matching prototype and a quantum–classical optimization benchmark.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1508760"/>
            <a:ext cx="2788920" cy="2788920"/>
          </a:xfrm>
          <a:prstGeom prst="ellipse">
            <a:avLst/>
          </a:prstGeom>
          <a:noFill/>
          <a:ln w="21590">
            <a:solidFill>
              <a:srgbClr val="5B3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65008" y="1929749"/>
            <a:ext cx="2651760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87868" y="2156520"/>
            <a:ext cx="2587752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10728" y="2383292"/>
            <a:ext cx="2523744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3588" y="2610063"/>
            <a:ext cx="2459736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56448" y="2836834"/>
            <a:ext cx="2395728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79308" y="3063605"/>
            <a:ext cx="2331720" cy="292608"/>
          </a:xfrm>
          <a:prstGeom prst="ellipse">
            <a:avLst/>
          </a:prstGeom>
          <a:noFill/>
          <a:ln w="12700">
            <a:solidFill>
              <a:srgbClr val="948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2148840"/>
            <a:ext cx="137160" cy="137160"/>
          </a:xfrm>
          <a:prstGeom prst="ellipse">
            <a:avLst/>
          </a:prstGeom>
          <a:solidFill>
            <a:srgbClr val="ED53A0"/>
          </a:solidFill>
          <a:ln>
            <a:solidFill>
              <a:srgbClr val="ED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2423160"/>
            <a:ext cx="137160" cy="137160"/>
          </a:xfrm>
          <a:prstGeom prst="ellipse">
            <a:avLst/>
          </a:prstGeom>
          <a:solidFill>
            <a:srgbClr val="698BF5"/>
          </a:solidFill>
          <a:ln>
            <a:solidFill>
              <a:srgbClr val="69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08592" y="1417320"/>
            <a:ext cx="137160" cy="137160"/>
          </a:xfrm>
          <a:prstGeom prst="ellipse">
            <a:avLst/>
          </a:prstGeom>
          <a:solidFill>
            <a:srgbClr val="698BF5"/>
          </a:solidFill>
          <a:ln>
            <a:solidFill>
              <a:srgbClr val="69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4187952"/>
            <a:ext cx="137160" cy="137160"/>
          </a:xfrm>
          <a:prstGeom prst="ellipse">
            <a:avLst/>
          </a:prstGeom>
          <a:solidFill>
            <a:srgbClr val="5B3AB1"/>
          </a:solidFill>
          <a:ln>
            <a:solidFill>
              <a:srgbClr val="5B3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5230368"/>
            <a:ext cx="6583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394960"/>
            <a:ext cx="6126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 i="0">
                <a:solidFill>
                  <a:srgbClr val="5B3AB1"/>
                </a:solidFill>
                <a:latin typeface="Aptos"/>
              </a:rPr>
              <a:t>Yash Gaikwad  •  Tushar Deshmukh  •  Prasanna Padatare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2D195B"/>
                </a:solidFill>
                <a:latin typeface="Aptos"/>
              </a:rPr>
              <a:t>LOADSETU  •  QISKIT FALL FEST 2026  •  HOSTED BY VTU, BELAGAVI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6473952"/>
            <a:ext cx="2103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50" b="1" i="0">
                <a:solidFill>
                  <a:srgbClr val="5B3AB1"/>
                </a:solidFill>
                <a:latin typeface="Aptos"/>
              </a:rPr>
              <a:t>27–31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flat_graphic_poster_slide_image_in_a_l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rectangular_presentation_slid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flat_graphic_slide_poster_with_a_pastel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layout_with_a_p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lide_on_a_pale_lavende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presentation_slide_infographic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flat_vector_infographic_poster_image_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rectangular_presentation_slide_infographic_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pastel_themed_presentation_slide_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